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3"/>
  </p:normalViewPr>
  <p:slideViewPr>
    <p:cSldViewPr snapToGrid="0">
      <p:cViewPr varScale="1">
        <p:scale>
          <a:sx n="117" d="100"/>
          <a:sy n="117" d="100"/>
        </p:scale>
        <p:origin x="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1BD73-8463-3812-B65C-E90667685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D180FE-E0C5-CDC5-654D-8B5EE47AA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79E28-D507-A4FB-E683-2CADE9637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2DDA9-ECDA-DB42-A8AB-B8F914A50B2A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08B49-7E8D-8798-7F79-79B69BE7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B392F-757F-BC14-7560-69C8664F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7F29-536C-BE41-A9EF-E8B2E16F5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83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F947F-0416-EB94-980A-4FCF99DF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53E53-5EAF-1E03-1354-F4621A763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94A66-6E7B-8879-0A93-D9AF90960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2DDA9-ECDA-DB42-A8AB-B8F914A50B2A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715F6-70B8-A9BA-5BB4-45B810DFD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C4F54-2CF2-5A4B-3A14-8A52EC302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7F29-536C-BE41-A9EF-E8B2E16F5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94AE4-3181-DB49-2845-B79AD02C5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4EEB3-0855-601F-C65A-7FBF4EC9F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75E52-27F0-71EB-BBF4-9086438ED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2DDA9-ECDA-DB42-A8AB-B8F914A50B2A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04BCB-9BC0-B18D-3DA8-F5A3A0FCD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A01F9-6F5C-0530-29C5-5E3643A11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7F29-536C-BE41-A9EF-E8B2E16F5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442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F78ED-DF4A-8EA0-ED8B-000E1841F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DB376-09E1-DC3D-6099-9D85EDBE2D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92D3BC-DAF9-864A-5C48-AD713D54E2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D12DEF-8AE2-F15C-5E27-C79F86E30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2DDA9-ECDA-DB42-A8AB-B8F914A50B2A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57D2F-2BF2-CE37-477A-03C9651A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96BCB7-4611-E59B-4274-895E3DBED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7F29-536C-BE41-A9EF-E8B2E16F5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077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8A457-EC30-419B-FFCB-7AC015073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4D2F6-F36B-FB2F-87A8-6F60176A7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3B0ED4-14DA-85BD-129F-45B2B2326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5E3977-66F0-5912-E53E-B19A107DA5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EE8316-91D8-0DD6-CB7E-766F50479C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CBA97F-3C8F-406C-1F23-A659C2A23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2DDA9-ECDA-DB42-A8AB-B8F914A50B2A}" type="datetimeFigureOut">
              <a:rPr lang="en-US" smtClean="0"/>
              <a:t>1/8/26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D4D945-3241-176F-8DBF-1CA84C95E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793DFA-1877-4206-A689-E5FC689F4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7F29-536C-BE41-A9EF-E8B2E16F5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286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87B4E-2622-9BE0-0D4F-33F6C45DB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3697B9-DFAF-438C-73AF-099013669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2DDA9-ECDA-DB42-A8AB-B8F914A50B2A}" type="datetimeFigureOut">
              <a:rPr lang="en-US" smtClean="0"/>
              <a:t>1/8/26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A1C617-9B5D-C349-609A-12311FAC8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FE280E-1FEE-1C48-3531-171282173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7F29-536C-BE41-A9EF-E8B2E16F5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900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C65BA9-788D-67F5-F3C0-D22A604DE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2DDA9-ECDA-DB42-A8AB-B8F914A50B2A}" type="datetimeFigureOut">
              <a:rPr lang="en-US" smtClean="0"/>
              <a:t>1/8/26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55E635-83C8-5423-FDDB-238728FEF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714AD-8E1E-B9C5-C21D-59B3FAA97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7F29-536C-BE41-A9EF-E8B2E16F5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F42EE-DD55-3EDC-7DCC-BAF97A6A8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F8AEF-F483-53CF-AA13-2B02EBA75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5EDBCB-3CEF-8569-E9D4-9856DA9684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5099A-A91C-6BFC-A70B-F19B1E18C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2DDA9-ECDA-DB42-A8AB-B8F914A50B2A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C28186-9783-4FFF-9D8B-479B880CE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A8DEF-DC8B-046D-1BED-929185F6E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7F29-536C-BE41-A9EF-E8B2E16F5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857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CE00F-96AF-CFE7-3E52-B506ACA25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FF5341-A815-5B7B-CD13-238FB4205C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464F5-0BD1-CCC7-1512-7E159474E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579BA8-07BD-8ACA-09FC-EFC8BD94B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2DDA9-ECDA-DB42-A8AB-B8F914A50B2A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E9B2F-E333-A6EE-2D71-85DD015B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6DF07-BEC4-7B92-6B8D-5C3655415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7F29-536C-BE41-A9EF-E8B2E16F5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040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509FB-1273-2164-0F3E-73CAFD818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B54B7F-6807-2550-CC5E-E195BBAEF5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D9772-52C5-9BEE-C3AA-C6C52A41B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2DDA9-ECDA-DB42-A8AB-B8F914A50B2A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1E705-D8D9-9060-A0A6-9214423AA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71E24-7A69-5636-13C7-A6ED5AC54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7F29-536C-BE41-A9EF-E8B2E16F5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297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07544A-7464-D652-BED3-692C6DA720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95104-5861-30E0-A9AD-CD48A415E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E6811-4940-7F69-319A-12339B012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2DDA9-ECDA-DB42-A8AB-B8F914A50B2A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0A2B5-ABE6-6392-ED5E-17378B090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9FBFB-10D2-178A-31E3-1A6225A94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E7F29-536C-BE41-A9EF-E8B2E16F5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528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06BD81-820A-6D29-4363-2929B8624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220EF-4553-54DB-915C-BEC028245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2FCFB-145F-CD49-9039-BB62194C63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F2DDA9-ECDA-DB42-A8AB-B8F914A50B2A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323D4-9353-B230-AC70-49A16D0133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5D400-47A6-316C-993C-BBCBF6C2BC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E7F29-536C-BE41-A9EF-E8B2E16F5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123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, company name&#10;&#10;AI-generated content may be incorrect.">
            <a:extLst>
              <a:ext uri="{FF2B5EF4-FFF2-40B4-BE49-F238E27FC236}">
                <a16:creationId xmlns:a16="http://schemas.microsoft.com/office/drawing/2014/main" id="{091D3465-17CB-C007-0C27-903A280BA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1334" y="0"/>
            <a:ext cx="12674668" cy="571971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7E2B7C-6F59-D58F-BDC6-4B699D72B9A8}"/>
                  </a:ext>
                </a:extLst>
              </p:cNvPr>
              <p:cNvSpPr txBox="1"/>
              <p:nvPr/>
            </p:nvSpPr>
            <p:spPr>
              <a:xfrm>
                <a:off x="2895601" y="4391014"/>
                <a:ext cx="94488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6600" b="1" dirty="0"/>
                  <a:t>Gyrokinetic database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sz="5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7E2B7C-6F59-D58F-BDC6-4B699D72B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1" y="4391014"/>
                <a:ext cx="9448800" cy="1107996"/>
              </a:xfrm>
              <a:prstGeom prst="rect">
                <a:avLst/>
              </a:prstGeom>
              <a:blipFill>
                <a:blip r:embed="rId3"/>
                <a:stretch>
                  <a:fillRect l="-4430" t="-18182" b="-4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8854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3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Julien Dominski</dc:creator>
  <cp:lastModifiedBy>Julien Dominski</cp:lastModifiedBy>
  <cp:revision>3</cp:revision>
  <dcterms:created xsi:type="dcterms:W3CDTF">2026-01-08T19:07:40Z</dcterms:created>
  <dcterms:modified xsi:type="dcterms:W3CDTF">2026-01-08T21:23:24Z</dcterms:modified>
</cp:coreProperties>
</file>